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591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'AI has a new job — handling the repetitive, volume-heavy queries that drain public service capacity.' Introduce the team. State the problem. 30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Each card is a pain point from the hackathon brief. End by saying: 'Existing tools either require too much setup or don't understand natural language — we built something different.'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minute. Walk through each attribute. Emphasize: one HTML file, runs anywhere with a browser, swap the LLM with one line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data flow. Citizen types a question → UI injects the active knowledge base as a system prompt → LLM API responds → answer shown in chat. The key innovation: we constrain the LLM to our knowledge base so it never fabricates.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 for live demo. Open the file, run through steps 1–6. Keep narration concise — let the UI speak. If asked about the key error, explain that API credentials are environment-specific and show the config block in the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Walk through the 4 stat cards, then show the table. Emphasize all hackathon evaluation criteria are met. Mention the modular architecture makes the knowledge base easy to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Close with: 'CivicAI shows that generative AI can start delivering value with minimal infrastructure. The architecture is open — we welcome questions on how it can be extended.'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457C5">
              <a:alpha val="25000"/>
            </a:srgbClr>
          </a:solidFill>
          <a:ln w="12700">
            <a:solidFill>
              <a:srgbClr val="2457C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2286000"/>
            <a:ext cx="1828800" cy="18288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2457C5">
              <a:alpha val="20000"/>
            </a:srgbClr>
          </a:solidFill>
          <a:ln w="12700">
            <a:solidFill>
              <a:srgbClr val="2457C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3657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65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AI FRIDAYS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CivicAI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Public Service Chatbot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 Query Resolution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3127248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AI-Powered Public Service Chatbot for Citizen Query Resolution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Claude (Anthropic) · OpenAI GPT-4o · Gemini · HTML/JS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429768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42976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Call Volume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18488"/>
            <a:ext cx="3200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 departments receive thousands of repetitive inquiries daily about procedures, documents &amp; statuses.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3075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32120" y="1280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618488"/>
            <a:ext cx="3200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agents struggle to keep pace, causing citizen frustration and long wait times for simple answers.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43000" y="2971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FAQs Fail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310128"/>
            <a:ext cx="3200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FAQ pages cannot answer natural language questions dynamically, limiting their usefulness.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32120" y="2971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Integrations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3310128"/>
            <a:ext cx="3200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chatbot solutions require extensive training data and complex integrations, slowing deployment.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62272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There is strong demand for a generative AI chatbot that understands natural language and delivers accurate, context-aware answers from public service documentation.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A8C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single-file, browser-based AI chatbot that resolves citizen queries instantly using a structured knowledge base and a generative LLM API.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0058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21808" y="10607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21808" y="1316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as a local HTML file — no server needed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773936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77393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21808" y="1828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20848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OpenAI GPT-4o · Google Gemini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54203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21808" y="25968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21808" y="28529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domains: FAQs, Permits, Tax, Health, Transport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31012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31012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21808" y="3364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36210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constrained to knowledge base — no hallucination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407822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407822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1808" y="4133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1808" y="4389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counter &amp; average response time on screen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2651760"/>
            <a:ext cx="1645920" cy="164592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accuracy as specified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hackathon brief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1508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1097280"/>
            <a:ext cx="1508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(HTML/JS)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097280"/>
            <a:ext cx="1508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6360" y="1097280"/>
            <a:ext cx="1508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1097280"/>
            <a:ext cx="1508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1737360"/>
            <a:ext cx="365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65960" y="16276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1737360"/>
            <a:ext cx="365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16276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737360"/>
            <a:ext cx="365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57800" y="16276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1737360"/>
            <a:ext cx="365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16276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813816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852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Grounded response returned to citizen  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291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LLM Providers (swap with one line of code):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376732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224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657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0" y="376732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69080" y="37307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69080" y="4224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api.openai.com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657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55080" y="3767328"/>
            <a:ext cx="502920" cy="50292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49440" y="37307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4224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gemini-1.5-flash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2457C5">
              <a:alpha val="18000"/>
            </a:srgbClr>
          </a:solidFill>
          <a:ln w="12700">
            <a:solidFill>
              <a:srgbClr val="2457C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274320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  ·  2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file in browser — no install, no server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0704" y="285292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Knowledge Base → Building Permits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721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0704" y="367588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'How do I apply for a building permit?'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20756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075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9824" y="202996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 response grounded in permit knowledge base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289864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898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9824" y="285292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Quick Topic chip → Property Tax query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37760" y="372160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721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9824" y="367588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query counter &amp; avg response time updating live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A8C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457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143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68880" y="20848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143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20848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143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66560" y="20848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Evaluation Criteria — Compliance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456432"/>
            <a:ext cx="8412480" cy="365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3456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application delivered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34564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open and run instantly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AI switching; no-install deployment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8412480" cy="365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4224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/ data ethics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4224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data; LLM grounded to knowledge base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60857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60857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" y="46085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&amp; demonstration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43400" y="46085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with real queries and visible metrics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2457C5">
              <a:alpha val="20000"/>
            </a:srgbClr>
          </a:solidFill>
          <a:ln w="12700">
            <a:solidFill>
              <a:srgbClr val="2457C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182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2435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 demonstrates that a generative AI chatbot can be deployed instantly — no server, no complex integration.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293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knowledge base architecture ensures answers are grounded, accurate, and easily expandable.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151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LLM provider options make the solution adaptable to any infrastructure environment.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3009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80%+ query resolution accuracy with ~2s response 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PDF/HTML document ingestion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Multi-language citizen support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Backend API + auth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736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Analytics dashboard for query trends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803</Words>
  <Application>Microsoft Office PowerPoint</Application>
  <PresentationFormat>Presentación en pantalla (16:9)</PresentationFormat>
  <Paragraphs>145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CivicAI – AI-Powered Public Service Chatbot</dc:title>
  <dc:subject>PptxGenJS Presentation</dc:subject>
  <dc:creator>TCS AI Fridays Hackathon</dc:creator>
  <cp:lastModifiedBy>MORENO RICHARDI Hugo</cp:lastModifiedBy>
  <cp:revision>1</cp:revision>
  <dcterms:created xsi:type="dcterms:W3CDTF">2026-06-12T13:00:11Z</dcterms:created>
  <dcterms:modified xsi:type="dcterms:W3CDTF">2026-06-12T13:12:31Z</dcterms:modified>
</cp:coreProperties>
</file>